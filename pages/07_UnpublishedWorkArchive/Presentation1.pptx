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>
        <p:scale>
          <a:sx n="75" d="100"/>
          <a:sy n="75" d="100"/>
        </p:scale>
        <p:origin x="90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49B54-4F5A-41AC-9232-F7B8C6063B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9096D-F76D-42C6-8E10-F0D552AFE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4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096D-F76D-42C6-8E10-F0D552AFE5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09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54DA9-7DE7-3D82-B3D7-C8A0EC38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F1EB6-3E77-3DBD-681F-F28704AC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1F0EF-8D47-C81F-1B02-35EE5C44A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3149D-D912-3C0C-2295-C7EC2C0A2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096D-F76D-42C6-8E10-F0D552AFE5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33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F041-DEA8-5A58-2553-BDA85152A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ABC9F-20E0-16BA-517C-A308B3E8C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FBFB9-0951-20F5-846E-989B5DCF8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AC74A-9D8A-4B79-51BE-C05BFC720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096D-F76D-42C6-8E10-F0D552AFE5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0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95C0-3A04-7D8C-64E3-8D3A7B19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F5B10-EFFA-F7C0-F287-86F4697BA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F842B-50A6-D0EF-D9B5-12256709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383D5-4E06-E181-5E93-0CFACE3A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020FA-D074-9985-6991-F20CC753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1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4FEB-FB54-D2EA-D804-47AED60F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D23B-3E5F-7A33-FA49-ED41B765F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51DB2-0056-2DFF-7E3F-662A6835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4B1A7-2312-A90C-A005-AF6E9F17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087B-32EE-0214-F8EA-3506BBA2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95EF-477E-00D5-A9C3-1576A0FC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70648-1B05-E575-5055-D48C17637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4DA64-4C0A-BCBB-D99D-37451EE1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3788-ED13-6B95-0292-07E66CBF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C321-ECCD-32F8-F4AA-31057998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A757-776D-32B5-0DEE-AF5556AE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56E52-D695-CF8D-6E45-F13CADA52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C79F5-194E-E920-1822-5523AB0F4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0411B-2F16-698D-B8FC-D225EDB9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425AA-A969-58C7-3073-2F9A8967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E6109-15AC-72E0-9F93-2C425C82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3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40F1-34CF-3C6A-7BA6-B9F0F4264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562DC-196D-DB68-FE9D-110C05CD9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9CB53-2270-4793-09E0-A70D179FB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523AE-0790-7357-808D-354896759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3CC96-C996-3151-5764-F2608E9B2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4C6B5-2BCD-3AEE-BD6B-203E76AA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71646-26EA-8DE5-471B-87C7E150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0A34B-0A93-4E7E-5ED9-B7BFD549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7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8B02-371A-E6C5-0ACF-902E8EC5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FD20B-623C-E62C-50B8-91A2A3CE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92A16-EA7C-1868-C767-607DD71D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F7A45-8FFB-B3DD-DD45-394AAEDF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1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D0432-91A2-436F-67A5-104487DC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1D1E75-442C-7B84-EFFC-689BDBDB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18F1A-5BC2-C036-73C4-C55CE160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0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9DBF-26D7-95A2-E66D-9316CBEC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6934-19E6-410C-6196-D57A3AA1E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33164-7F2D-B630-A057-56E51A70C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45C42-7E82-EBEE-7F3B-135E1A52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B73BF-BB2C-65AD-DCED-75F0691C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547CB-574C-F610-1E08-174674ED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8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293F-B4FC-C26F-FFE0-2E8EB8EE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BACDD-2C01-2453-C7B6-E3338EE80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15597-662B-9317-7C5F-BA85856DB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37E46-235E-AD6C-78C5-EC99F8C0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EC2A-49F1-A440-3989-8E0530745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41F4-F975-F2B7-374D-8252B573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7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F502-B620-F8A6-67DD-408E2BC6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9F6AF-3C16-F386-E0A9-48AD94AFC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75B22-6EE9-85A6-CA74-B7FDBFA9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ED576-5EA9-54FD-7A6D-D738C2F3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6DBF-79C3-98E1-8EAE-22B0569A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2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61D86-E74F-85CD-3B09-7315820D9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21C5E-A312-FF35-0CD1-0466B1416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04E8-1F89-C38E-2E1A-F72021BA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F5293-0177-A342-F9D2-8C54FC16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0741-C89F-C2B9-6BD5-51413DD6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3CC88-7014-D268-042C-7F95CF32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3BF98-C071-DE8D-3773-D027B6AC4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B452D-8C76-2AA1-6758-610797C5B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182AC-1E86-4F33-8E98-01396D5E2D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52DC4-E0D8-69E4-EB50-ED7334135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4B2A-D7A3-A409-53DF-9AF0035E3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2DD9D-A7C6-4992-9CF4-6078E100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6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05D025D-7AE2-A6E1-32FB-A97178435E2A}"/>
              </a:ext>
            </a:extLst>
          </p:cNvPr>
          <p:cNvGrpSpPr/>
          <p:nvPr/>
        </p:nvGrpSpPr>
        <p:grpSpPr>
          <a:xfrm>
            <a:off x="-426720" y="81280"/>
            <a:ext cx="4358640" cy="6695440"/>
            <a:chOff x="132080" y="0"/>
            <a:chExt cx="4358640" cy="66954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CE807F-D4AD-B492-14A2-D87B68017A49}"/>
                </a:ext>
              </a:extLst>
            </p:cNvPr>
            <p:cNvSpPr/>
            <p:nvPr/>
          </p:nvSpPr>
          <p:spPr>
            <a:xfrm>
              <a:off x="132080" y="0"/>
              <a:ext cx="4358640" cy="669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7EFA4D1-6A44-B84C-B387-05F1251D3FA5}"/>
                </a:ext>
              </a:extLst>
            </p:cNvPr>
            <p:cNvGrpSpPr/>
            <p:nvPr/>
          </p:nvGrpSpPr>
          <p:grpSpPr>
            <a:xfrm>
              <a:off x="421405" y="71120"/>
              <a:ext cx="3763914" cy="6461760"/>
              <a:chOff x="379378" y="-2232637"/>
              <a:chExt cx="3763914" cy="646176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4166D0A-2463-ED5C-361A-CCB53EC1C2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9378" y="2447537"/>
                <a:ext cx="3763914" cy="1781586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A5FE0B1-CBBC-A980-98AD-C7D40FE9A9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378" y="-2232637"/>
                <a:ext cx="3747838" cy="2034540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7AC3BB-9FEE-2890-F6DB-9D60B6329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643" y="2092524"/>
              <a:ext cx="2801438" cy="8913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B78851C-FFA2-8F14-A81F-C5A688940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5613"/>
            <a:stretch>
              <a:fillRect/>
            </a:stretch>
          </p:blipFill>
          <p:spPr>
            <a:xfrm>
              <a:off x="728491" y="3074233"/>
              <a:ext cx="3165817" cy="163547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85029C-94D6-5965-88E5-44F4DCE56032}"/>
              </a:ext>
            </a:extLst>
          </p:cNvPr>
          <p:cNvGrpSpPr/>
          <p:nvPr/>
        </p:nvGrpSpPr>
        <p:grpSpPr>
          <a:xfrm>
            <a:off x="3816746" y="0"/>
            <a:ext cx="4358641" cy="6695440"/>
            <a:chOff x="142240" y="162560"/>
            <a:chExt cx="4358641" cy="669544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67CD5D-2BD9-2A01-E327-7B60527E64F9}"/>
                </a:ext>
              </a:extLst>
            </p:cNvPr>
            <p:cNvSpPr/>
            <p:nvPr/>
          </p:nvSpPr>
          <p:spPr>
            <a:xfrm>
              <a:off x="142240" y="162560"/>
              <a:ext cx="4358640" cy="669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5373556-F0A3-540C-4D68-AD774AC7F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3633" y="322368"/>
              <a:ext cx="4357247" cy="281707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3FC2279-C843-4E83-F88D-779CF418D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3431" y="3299248"/>
              <a:ext cx="1998805" cy="143531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522E37D-7BD7-3CD0-77AC-F078CD43C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38989" y="3299248"/>
              <a:ext cx="2261892" cy="143531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5B741C9-AEFA-F08A-1B41-ED53B7F1A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1520" y="4892882"/>
              <a:ext cx="3322320" cy="180679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FAEC30-D869-D944-ED0F-740370DCE74F}"/>
              </a:ext>
            </a:extLst>
          </p:cNvPr>
          <p:cNvGrpSpPr/>
          <p:nvPr/>
        </p:nvGrpSpPr>
        <p:grpSpPr>
          <a:xfrm>
            <a:off x="8266577" y="0"/>
            <a:ext cx="4358640" cy="6695440"/>
            <a:chOff x="142240" y="162560"/>
            <a:chExt cx="4358640" cy="66954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798406-3CBD-58CF-EB11-D0C3C4CA9366}"/>
                </a:ext>
              </a:extLst>
            </p:cNvPr>
            <p:cNvSpPr/>
            <p:nvPr/>
          </p:nvSpPr>
          <p:spPr>
            <a:xfrm>
              <a:off x="142240" y="162560"/>
              <a:ext cx="4358640" cy="669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CCA8FAC-1D16-A5EF-91E8-AD9D32AD6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4015" y="269190"/>
              <a:ext cx="3795089" cy="115834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1328A6B-0F94-0A03-1EE1-2402082CD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r="48485"/>
            <a:stretch>
              <a:fillRect/>
            </a:stretch>
          </p:blipFill>
          <p:spPr>
            <a:xfrm>
              <a:off x="765842" y="1432610"/>
              <a:ext cx="3111427" cy="98552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6607AFB-6EB8-8E1A-790F-894C55B7B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6281" y="3357658"/>
              <a:ext cx="4190547" cy="216442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DA6CB81-0233-1CDD-8F01-05A8C1A30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51306" r="-2821"/>
            <a:stretch>
              <a:fillRect/>
            </a:stretch>
          </p:blipFill>
          <p:spPr>
            <a:xfrm>
              <a:off x="765842" y="2524760"/>
              <a:ext cx="3111427" cy="98552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8E89CF3-66EF-FB45-26C2-13545157F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26280" y="5536152"/>
              <a:ext cx="4190547" cy="1077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995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C63D-50DD-43A8-6EC9-63B11B48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C1601BEB-BFB3-68BE-6553-D08EC9E04917}"/>
              </a:ext>
            </a:extLst>
          </p:cNvPr>
          <p:cNvGrpSpPr/>
          <p:nvPr/>
        </p:nvGrpSpPr>
        <p:grpSpPr>
          <a:xfrm>
            <a:off x="0" y="81280"/>
            <a:ext cx="4358640" cy="6695440"/>
            <a:chOff x="0" y="81280"/>
            <a:chExt cx="4358640" cy="66954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6CB3566-A93D-4775-5647-E2CA370B67B7}"/>
                </a:ext>
              </a:extLst>
            </p:cNvPr>
            <p:cNvSpPr/>
            <p:nvPr/>
          </p:nvSpPr>
          <p:spPr>
            <a:xfrm>
              <a:off x="0" y="81280"/>
              <a:ext cx="4358640" cy="669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6BDBB81-E806-27C8-B29F-325182FFC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859" y="187959"/>
              <a:ext cx="3538922" cy="100076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6C6EE4E-4496-7F96-7762-53F482A22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219179" y="1766950"/>
              <a:ext cx="3830306" cy="25130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E44D204-D337-481C-23C4-3030E8996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9180" y="4417414"/>
              <a:ext cx="1774541" cy="1153172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1B57F40-2E39-B5CA-97E4-D5688D5DC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74240" y="4417414"/>
              <a:ext cx="1774541" cy="107596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EB6A810-D5CC-22E3-C88E-64A16A176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793" y="5612842"/>
              <a:ext cx="1864935" cy="114521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1D61CE4-054A-7F67-E0CD-67D305231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23407" y="5570586"/>
              <a:ext cx="1854690" cy="1145215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BA41516-A0FD-5380-538E-7F456D8A3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5596" y="1326180"/>
              <a:ext cx="1767993" cy="274344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AD92EF0-7DBF-75EB-BD2E-DDA59AB07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99185" y="1272502"/>
              <a:ext cx="1043811" cy="415083"/>
            </a:xfrm>
            <a:prstGeom prst="rect">
              <a:avLst/>
            </a:prstGeom>
          </p:spPr>
        </p:pic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D8432314-023A-7078-1D8D-70F2FA370DAB}"/>
              </a:ext>
            </a:extLst>
          </p:cNvPr>
          <p:cNvSpPr/>
          <p:nvPr/>
        </p:nvSpPr>
        <p:spPr>
          <a:xfrm>
            <a:off x="8868785" y="57394"/>
            <a:ext cx="4358640" cy="6695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CE9CDEE-9962-604F-20D1-612BBFF8C3F4}"/>
              </a:ext>
            </a:extLst>
          </p:cNvPr>
          <p:cNvGrpSpPr/>
          <p:nvPr/>
        </p:nvGrpSpPr>
        <p:grpSpPr>
          <a:xfrm>
            <a:off x="4511040" y="257329"/>
            <a:ext cx="4358640" cy="6695440"/>
            <a:chOff x="4358640" y="104929"/>
            <a:chExt cx="4358640" cy="669544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82EF9B9-8707-CD00-0638-824EEB24A80C}"/>
                </a:ext>
              </a:extLst>
            </p:cNvPr>
            <p:cNvSpPr/>
            <p:nvPr/>
          </p:nvSpPr>
          <p:spPr>
            <a:xfrm>
              <a:off x="4358640" y="104929"/>
              <a:ext cx="4358640" cy="669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B2F8A09-51EE-6B25-F325-E744B209E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88074" y="4572281"/>
              <a:ext cx="3699772" cy="2081122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131CC1A-1E24-3C6E-5E55-9B4749C88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59345" y="2112628"/>
              <a:ext cx="2078616" cy="23047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CC194C6-4F57-B168-E106-F6ACA00AD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37962" y="2112628"/>
              <a:ext cx="2179318" cy="2318304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94971AF0-D10D-C582-B26F-D36379A53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59345" y="264415"/>
              <a:ext cx="2386615" cy="1008087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BFDCEDDD-4AF2-E799-864F-5CE64B784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459345" y="1296151"/>
              <a:ext cx="2078616" cy="610928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74C0D1-8398-321A-A786-F23CF30B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895772" y="259288"/>
              <a:ext cx="1679061" cy="1066892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9D7D588B-4686-17EF-B5E4-09466B62C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683324" y="1431988"/>
              <a:ext cx="1891509" cy="429408"/>
            </a:xfrm>
            <a:prstGeom prst="rect">
              <a:avLst/>
            </a:prstGeom>
          </p:spPr>
        </p:pic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DAA60A96-3E96-41CD-E527-922AEEE69D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08362" y="199965"/>
            <a:ext cx="4053447" cy="207485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DEC0096-9486-7EF7-50EB-BE52894020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70385" y="2326293"/>
            <a:ext cx="4053446" cy="202497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D161405-4092-DE6A-E61A-3EA468F9850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22080" y="4461032"/>
            <a:ext cx="1154985" cy="107761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0EFCD40-9B9B-5279-9B3E-EAC30F9A5D9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4829" y="4448922"/>
            <a:ext cx="1210891" cy="1044458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93FC904-D116-B418-AA0A-743BE307C2D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72214" y="4448922"/>
            <a:ext cx="1538371" cy="107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5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A0AE-29B5-C7C3-AFCE-281203B2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33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</Words>
  <Application>Microsoft Office PowerPoint</Application>
  <PresentationFormat>Widescreen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Taran Anusorn</dc:creator>
  <cp:lastModifiedBy>Taran Anusorn</cp:lastModifiedBy>
  <cp:revision>1</cp:revision>
  <dcterms:created xsi:type="dcterms:W3CDTF">2025-11-06T00:19:00Z</dcterms:created>
  <dcterms:modified xsi:type="dcterms:W3CDTF">2025-11-06T02:03:29Z</dcterms:modified>
</cp:coreProperties>
</file>